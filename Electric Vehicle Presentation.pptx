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8CCE5-10D8-9DF8-B169-B8512FDF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B7190-0057-707E-58EF-C353415AFA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99348B-8DC6-8407-19BD-886EB1B5854B}"/>
              </a:ext>
            </a:extLst>
          </p:cNvPr>
          <p:cNvSpPr txBox="1"/>
          <p:nvPr/>
        </p:nvSpPr>
        <p:spPr>
          <a:xfrm>
            <a:off x="120770" y="0"/>
            <a:ext cx="7712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SOFTWARES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92EC5-AA41-2C47-2C4F-0284CCD75170}"/>
              </a:ext>
            </a:extLst>
          </p:cNvPr>
          <p:cNvSpPr txBox="1"/>
          <p:nvPr/>
        </p:nvSpPr>
        <p:spPr>
          <a:xfrm>
            <a:off x="327804" y="1366935"/>
            <a:ext cx="86487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1. MS OFFICE/ EXCEL: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VERSION 2026</a:t>
            </a:r>
          </a:p>
          <a:p>
            <a:endParaRPr lang="en-IN" sz="25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2. 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April 2026 </a:t>
            </a:r>
            <a:r>
              <a:rPr lang="en-IN" sz="2500" b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Version </a:t>
            </a:r>
            <a:endParaRPr lang="en-IN" sz="25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249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402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Ashish Doiphode</cp:lastModifiedBy>
  <cp:revision>8</cp:revision>
  <dcterms:created xsi:type="dcterms:W3CDTF">2024-02-05T09:30:29Z</dcterms:created>
  <dcterms:modified xsi:type="dcterms:W3CDTF">2026-04-06T09:11:01Z</dcterms:modified>
</cp:coreProperties>
</file>